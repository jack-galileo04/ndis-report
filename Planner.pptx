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7" r:id="rId3"/>
    <p:sldId id="259" r:id="rId4"/>
    <p:sldId id="260" r:id="rId5"/>
    <p:sldId id="261" r:id="rId6"/>
    <p:sldId id="262" r:id="rId7"/>
    <p:sldId id="263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06F5645-0B1F-45FF-9C35-ACB63F9C3091}" v="62" dt="2026-03-30T03:01:37.46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ck Galea" userId="109cad75520cd39f" providerId="LiveId" clId="{F7D085D0-00B6-4070-A617-11F39E8A5377}"/>
    <pc:docChg chg="undo custSel addSld delSld modSld">
      <pc:chgData name="Jack Galea" userId="109cad75520cd39f" providerId="LiveId" clId="{F7D085D0-00B6-4070-A617-11F39E8A5377}" dt="2026-03-30T03:07:09.916" v="1802" actId="20577"/>
      <pc:docMkLst>
        <pc:docMk/>
      </pc:docMkLst>
      <pc:sldChg chg="delSp modSp new del mod">
        <pc:chgData name="Jack Galea" userId="109cad75520cd39f" providerId="LiveId" clId="{F7D085D0-00B6-4070-A617-11F39E8A5377}" dt="2026-03-30T02:59:06.286" v="200" actId="47"/>
        <pc:sldMkLst>
          <pc:docMk/>
          <pc:sldMk cId="2151689826" sldId="256"/>
        </pc:sldMkLst>
        <pc:spChg chg="mod">
          <ac:chgData name="Jack Galea" userId="109cad75520cd39f" providerId="LiveId" clId="{F7D085D0-00B6-4070-A617-11F39E8A5377}" dt="2026-03-30T02:57:59.567" v="50" actId="20577"/>
          <ac:spMkLst>
            <pc:docMk/>
            <pc:sldMk cId="2151689826" sldId="256"/>
            <ac:spMk id="2" creationId="{6BB508FA-EF8D-DA9A-7D5D-9078E7EC1CA6}"/>
          </ac:spMkLst>
        </pc:spChg>
        <pc:spChg chg="del">
          <ac:chgData name="Jack Galea" userId="109cad75520cd39f" providerId="LiveId" clId="{F7D085D0-00B6-4070-A617-11F39E8A5377}" dt="2026-03-30T02:58:02.221" v="51" actId="478"/>
          <ac:spMkLst>
            <pc:docMk/>
            <pc:sldMk cId="2151689826" sldId="256"/>
            <ac:spMk id="3" creationId="{9485C469-DFFF-53A6-3EF6-73FBEF50F040}"/>
          </ac:spMkLst>
        </pc:spChg>
      </pc:sldChg>
      <pc:sldChg chg="modSp new mod">
        <pc:chgData name="Jack Galea" userId="109cad75520cd39f" providerId="LiveId" clId="{F7D085D0-00B6-4070-A617-11F39E8A5377}" dt="2026-03-30T02:58:45.769" v="197" actId="20577"/>
        <pc:sldMkLst>
          <pc:docMk/>
          <pc:sldMk cId="328132549" sldId="257"/>
        </pc:sldMkLst>
        <pc:spChg chg="mod">
          <ac:chgData name="Jack Galea" userId="109cad75520cd39f" providerId="LiveId" clId="{F7D085D0-00B6-4070-A617-11F39E8A5377}" dt="2026-03-30T02:58:18.432" v="63" actId="20577"/>
          <ac:spMkLst>
            <pc:docMk/>
            <pc:sldMk cId="328132549" sldId="257"/>
            <ac:spMk id="2" creationId="{A3DD76A9-B7A2-74B2-40D9-662C0FC6175A}"/>
          </ac:spMkLst>
        </pc:spChg>
        <pc:spChg chg="mod">
          <ac:chgData name="Jack Galea" userId="109cad75520cd39f" providerId="LiveId" clId="{F7D085D0-00B6-4070-A617-11F39E8A5377}" dt="2026-03-30T02:58:45.769" v="197" actId="20577"/>
          <ac:spMkLst>
            <pc:docMk/>
            <pc:sldMk cId="328132549" sldId="257"/>
            <ac:spMk id="3" creationId="{F7189B30-CBCE-B593-67CB-6B56A4738C74}"/>
          </ac:spMkLst>
        </pc:spChg>
      </pc:sldChg>
      <pc:sldChg chg="modSp new mod">
        <pc:chgData name="Jack Galea" userId="109cad75520cd39f" providerId="LiveId" clId="{F7D085D0-00B6-4070-A617-11F39E8A5377}" dt="2026-03-30T02:59:33.954" v="354" actId="20577"/>
        <pc:sldMkLst>
          <pc:docMk/>
          <pc:sldMk cId="3989486972" sldId="258"/>
        </pc:sldMkLst>
        <pc:spChg chg="mod">
          <ac:chgData name="Jack Galea" userId="109cad75520cd39f" providerId="LiveId" clId="{F7D085D0-00B6-4070-A617-11F39E8A5377}" dt="2026-03-30T02:59:05.122" v="199"/>
          <ac:spMkLst>
            <pc:docMk/>
            <pc:sldMk cId="3989486972" sldId="258"/>
            <ac:spMk id="2" creationId="{4ED5A1B9-38B5-0377-4530-569720C4546A}"/>
          </ac:spMkLst>
        </pc:spChg>
        <pc:spChg chg="mod">
          <ac:chgData name="Jack Galea" userId="109cad75520cd39f" providerId="LiveId" clId="{F7D085D0-00B6-4070-A617-11F39E8A5377}" dt="2026-03-30T02:59:33.954" v="354" actId="20577"/>
          <ac:spMkLst>
            <pc:docMk/>
            <pc:sldMk cId="3989486972" sldId="258"/>
            <ac:spMk id="3" creationId="{617A60A6-53B2-7253-2D15-3CE55AE2AC8D}"/>
          </ac:spMkLst>
        </pc:spChg>
      </pc:sldChg>
      <pc:sldChg chg="modSp new mod">
        <pc:chgData name="Jack Galea" userId="109cad75520cd39f" providerId="LiveId" clId="{F7D085D0-00B6-4070-A617-11F39E8A5377}" dt="2026-03-30T03:00:41.315" v="639" actId="20577"/>
        <pc:sldMkLst>
          <pc:docMk/>
          <pc:sldMk cId="3025070310" sldId="259"/>
        </pc:sldMkLst>
        <pc:spChg chg="mod">
          <ac:chgData name="Jack Galea" userId="109cad75520cd39f" providerId="LiveId" clId="{F7D085D0-00B6-4070-A617-11F39E8A5377}" dt="2026-03-30T02:59:42.217" v="369" actId="20577"/>
          <ac:spMkLst>
            <pc:docMk/>
            <pc:sldMk cId="3025070310" sldId="259"/>
            <ac:spMk id="2" creationId="{444F1D93-A527-3E61-7AF5-76A1A3581BE6}"/>
          </ac:spMkLst>
        </pc:spChg>
        <pc:spChg chg="mod">
          <ac:chgData name="Jack Galea" userId="109cad75520cd39f" providerId="LiveId" clId="{F7D085D0-00B6-4070-A617-11F39E8A5377}" dt="2026-03-30T03:00:41.315" v="639" actId="20577"/>
          <ac:spMkLst>
            <pc:docMk/>
            <pc:sldMk cId="3025070310" sldId="259"/>
            <ac:spMk id="3" creationId="{ED658132-4A06-8651-5D12-EB26FCBC3E78}"/>
          </ac:spMkLst>
        </pc:spChg>
      </pc:sldChg>
      <pc:sldChg chg="modSp new mod">
        <pc:chgData name="Jack Galea" userId="109cad75520cd39f" providerId="LiveId" clId="{F7D085D0-00B6-4070-A617-11F39E8A5377}" dt="2026-03-30T03:03:06.098" v="1034" actId="5793"/>
        <pc:sldMkLst>
          <pc:docMk/>
          <pc:sldMk cId="1439168404" sldId="260"/>
        </pc:sldMkLst>
        <pc:spChg chg="mod">
          <ac:chgData name="Jack Galea" userId="109cad75520cd39f" providerId="LiveId" clId="{F7D085D0-00B6-4070-A617-11F39E8A5377}" dt="2026-03-30T03:00:50.586" v="661" actId="20577"/>
          <ac:spMkLst>
            <pc:docMk/>
            <pc:sldMk cId="1439168404" sldId="260"/>
            <ac:spMk id="2" creationId="{F0B45556-3AEF-F619-9BAD-9509F67269BA}"/>
          </ac:spMkLst>
        </pc:spChg>
        <pc:spChg chg="mod">
          <ac:chgData name="Jack Galea" userId="109cad75520cd39f" providerId="LiveId" clId="{F7D085D0-00B6-4070-A617-11F39E8A5377}" dt="2026-03-30T03:03:06.098" v="1034" actId="5793"/>
          <ac:spMkLst>
            <pc:docMk/>
            <pc:sldMk cId="1439168404" sldId="260"/>
            <ac:spMk id="3" creationId="{938D66D2-1317-3D98-A658-1153F673C3FD}"/>
          </ac:spMkLst>
        </pc:spChg>
      </pc:sldChg>
      <pc:sldChg chg="modSp new mod">
        <pc:chgData name="Jack Galea" userId="109cad75520cd39f" providerId="LiveId" clId="{F7D085D0-00B6-4070-A617-11F39E8A5377}" dt="2026-03-30T03:04:49.681" v="1428" actId="20577"/>
        <pc:sldMkLst>
          <pc:docMk/>
          <pc:sldMk cId="2775735792" sldId="261"/>
        </pc:sldMkLst>
        <pc:spChg chg="mod">
          <ac:chgData name="Jack Galea" userId="109cad75520cd39f" providerId="LiveId" clId="{F7D085D0-00B6-4070-A617-11F39E8A5377}" dt="2026-03-30T03:03:09.494" v="1044" actId="20577"/>
          <ac:spMkLst>
            <pc:docMk/>
            <pc:sldMk cId="2775735792" sldId="261"/>
            <ac:spMk id="2" creationId="{5741E779-FC81-65B0-28C7-2B93F26FA3AF}"/>
          </ac:spMkLst>
        </pc:spChg>
        <pc:spChg chg="mod">
          <ac:chgData name="Jack Galea" userId="109cad75520cd39f" providerId="LiveId" clId="{F7D085D0-00B6-4070-A617-11F39E8A5377}" dt="2026-03-30T03:04:49.681" v="1428" actId="20577"/>
          <ac:spMkLst>
            <pc:docMk/>
            <pc:sldMk cId="2775735792" sldId="261"/>
            <ac:spMk id="3" creationId="{8A8DAC3F-A768-F66D-97B7-3EFC2F4B615A}"/>
          </ac:spMkLst>
        </pc:spChg>
      </pc:sldChg>
      <pc:sldChg chg="modSp new mod">
        <pc:chgData name="Jack Galea" userId="109cad75520cd39f" providerId="LiveId" clId="{F7D085D0-00B6-4070-A617-11F39E8A5377}" dt="2026-03-30T03:06:27.482" v="1656" actId="20577"/>
        <pc:sldMkLst>
          <pc:docMk/>
          <pc:sldMk cId="2561844144" sldId="262"/>
        </pc:sldMkLst>
        <pc:spChg chg="mod">
          <ac:chgData name="Jack Galea" userId="109cad75520cd39f" providerId="LiveId" clId="{F7D085D0-00B6-4070-A617-11F39E8A5377}" dt="2026-03-30T03:04:58.568" v="1445" actId="20577"/>
          <ac:spMkLst>
            <pc:docMk/>
            <pc:sldMk cId="2561844144" sldId="262"/>
            <ac:spMk id="2" creationId="{64398FA6-E1BD-EB92-4DB4-57DAA9C01885}"/>
          </ac:spMkLst>
        </pc:spChg>
        <pc:spChg chg="mod">
          <ac:chgData name="Jack Galea" userId="109cad75520cd39f" providerId="LiveId" clId="{F7D085D0-00B6-4070-A617-11F39E8A5377}" dt="2026-03-30T03:06:27.482" v="1656" actId="20577"/>
          <ac:spMkLst>
            <pc:docMk/>
            <pc:sldMk cId="2561844144" sldId="262"/>
            <ac:spMk id="3" creationId="{D99370D8-F7A4-4B82-6D1C-8581CD907C3F}"/>
          </ac:spMkLst>
        </pc:spChg>
      </pc:sldChg>
      <pc:sldChg chg="modSp new mod">
        <pc:chgData name="Jack Galea" userId="109cad75520cd39f" providerId="LiveId" clId="{F7D085D0-00B6-4070-A617-11F39E8A5377}" dt="2026-03-30T03:07:09.916" v="1802" actId="20577"/>
        <pc:sldMkLst>
          <pc:docMk/>
          <pc:sldMk cId="3941026339" sldId="263"/>
        </pc:sldMkLst>
        <pc:spChg chg="mod">
          <ac:chgData name="Jack Galea" userId="109cad75520cd39f" providerId="LiveId" clId="{F7D085D0-00B6-4070-A617-11F39E8A5377}" dt="2026-03-30T03:06:41.706" v="1664" actId="20577"/>
          <ac:spMkLst>
            <pc:docMk/>
            <pc:sldMk cId="3941026339" sldId="263"/>
            <ac:spMk id="2" creationId="{D7D12411-791C-3017-0047-4226AEC4F93B}"/>
          </ac:spMkLst>
        </pc:spChg>
        <pc:spChg chg="mod">
          <ac:chgData name="Jack Galea" userId="109cad75520cd39f" providerId="LiveId" clId="{F7D085D0-00B6-4070-A617-11F39E8A5377}" dt="2026-03-30T03:07:09.916" v="1802" actId="20577"/>
          <ac:spMkLst>
            <pc:docMk/>
            <pc:sldMk cId="3941026339" sldId="263"/>
            <ac:spMk id="3" creationId="{14DCF205-5530-055C-9966-133900E4C11B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3CD110-5FDA-AEF5-D490-856906849A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62488D0-961A-2CEE-0DA9-04E00A070D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1B3A15-DBC1-D0BA-E62C-420B4B64B2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E11F43-5025-4E96-B1F5-934729B9ECBA}" type="datetimeFigureOut">
              <a:rPr lang="en-AU" smtClean="0"/>
              <a:t>30/03/2026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EF388C-0302-16FC-1424-7CE933A49C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B66A58-7A74-35D9-5FFD-75A5B050B9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D16E69-737E-4CD6-98AA-418BCED9A92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339526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3474E0-BA3F-D21F-8AB8-CF0ED92CCB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60DC7A-B05A-5D45-AA54-B9792ADD27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C33317-3137-213A-5F98-39DD98AF5B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E11F43-5025-4E96-B1F5-934729B9ECBA}" type="datetimeFigureOut">
              <a:rPr lang="en-AU" smtClean="0"/>
              <a:t>30/03/2026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5E1A60-EB6C-C2AB-8794-8C862BBAB8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FD2189-3B2D-FE8A-3E57-9AF3C82DEC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D16E69-737E-4CD6-98AA-418BCED9A92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486799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986314-2636-AE5E-BD8E-06CF1A4B14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1CEC71-4652-1D6E-4BFF-A13E728B0B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4A7988-76D5-AFE8-873C-6CE262CA43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E11F43-5025-4E96-B1F5-934729B9ECBA}" type="datetimeFigureOut">
              <a:rPr lang="en-AU" smtClean="0"/>
              <a:t>30/03/2026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081117-B01A-2A9E-326E-EBAC5D2C36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48C60C-8330-55FB-0F6C-4716EEA1D3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D16E69-737E-4CD6-98AA-418BCED9A92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610525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1A6E73-6BAC-EB93-BF9B-2DD3EF2262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A0E14B-F9E2-D343-78D6-E7DD47426DC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3ED62BA-CC06-E22F-B153-4B7604ACC5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2B5D38-ED4F-AFFC-472F-AFEA3D4377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E11F43-5025-4E96-B1F5-934729B9ECBA}" type="datetimeFigureOut">
              <a:rPr lang="en-AU" smtClean="0"/>
              <a:t>30/03/2026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FDBDBB-5D40-327D-D731-63624886B7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2FB7B0-4477-5B07-26B5-4970F2C56C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D16E69-737E-4CD6-98AA-418BCED9A92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556300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8EE4D1-DCE5-3556-210F-C022B4B2DE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ABF3EB-BDDF-8C51-8AC3-B396ACDFC4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AD1EF39-93EF-683B-2C32-A338C5D2E5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14CBF45-7E57-A570-05EC-86432D7F07E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8ADFF76-2BAB-CDAA-0A4B-ABF950739DF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98E2F1C-9913-8F35-DCBD-7B8874D2BE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E11F43-5025-4E96-B1F5-934729B9ECBA}" type="datetimeFigureOut">
              <a:rPr lang="en-AU" smtClean="0"/>
              <a:t>30/03/2026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F9F115F-B126-1E96-3192-22552C6BF8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865E79B-A65B-7551-84A7-AF049E82C4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D16E69-737E-4CD6-98AA-418BCED9A92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619777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44C0C6-7B2B-7BA3-4DCE-473FCDCE83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C378DB-87D2-BB72-8C82-77F403F7E3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E11F43-5025-4E96-B1F5-934729B9ECBA}" type="datetimeFigureOut">
              <a:rPr lang="en-AU" smtClean="0"/>
              <a:t>30/03/2026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A21E1A-1C13-0BC6-80AF-242BB341FC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4B198C-18E2-9DA0-CF27-9E59641BCC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D16E69-737E-4CD6-98AA-418BCED9A92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946616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EAB6178-7C3D-ACCF-E481-93223628CC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E11F43-5025-4E96-B1F5-934729B9ECBA}" type="datetimeFigureOut">
              <a:rPr lang="en-AU" smtClean="0"/>
              <a:t>30/03/2026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4AF9A43-0DBA-BFB8-F61E-B4062CBB24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C50E87-8877-0018-CCA4-325E9E275C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D16E69-737E-4CD6-98AA-418BCED9A92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799430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50AE32-F9EB-D8A5-95BE-8D2072805C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FC4722-619E-915D-50D0-9344BEA4E4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FCBDC0B-9CEA-7F42-192C-D035F49219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1FA35A-21DB-A936-A10B-5671A9F140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E11F43-5025-4E96-B1F5-934729B9ECBA}" type="datetimeFigureOut">
              <a:rPr lang="en-AU" smtClean="0"/>
              <a:t>30/03/2026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31FB31-130E-BE33-C72D-81D4E04B46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5893A8-B395-B44C-04CB-B7AA71C97D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D16E69-737E-4CD6-98AA-418BCED9A92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81861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7DEA5B-5038-E3CC-0344-C618A98740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B84DADA-BD0A-9523-6048-CED1F0C33AD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1D54ABB-036B-FF9E-05B0-BE1321CDAC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5ACAA9-BB24-993D-5240-5EDEE2AEFB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E11F43-5025-4E96-B1F5-934729B9ECBA}" type="datetimeFigureOut">
              <a:rPr lang="en-AU" smtClean="0"/>
              <a:t>30/03/2026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A57AAD-DB1A-F9B6-DC53-5159C04458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09BB16-3DAA-786A-1E4B-123BAE0531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D16E69-737E-4CD6-98AA-418BCED9A92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940685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0A0301-BFE2-8889-76AC-7BACDC561D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8AB3393-658F-7F2B-B0C2-D3D8393F5F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A3053E-B187-4F89-45D7-421F45B767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E11F43-5025-4E96-B1F5-934729B9ECBA}" type="datetimeFigureOut">
              <a:rPr lang="en-AU" smtClean="0"/>
              <a:t>30/03/2026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703387-929F-21D8-1DF1-0AEE72434E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96F439-41BC-3E25-9D5C-78DBFD6C7B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D16E69-737E-4CD6-98AA-418BCED9A92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832216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77CDBE9-B8C0-960F-A46F-A12FA739BF4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B4551C-DF2D-0602-970F-98400E006F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7BDAC9-111F-BDDE-9F6C-796E0A3B17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E11F43-5025-4E96-B1F5-934729B9ECBA}" type="datetimeFigureOut">
              <a:rPr lang="en-AU" smtClean="0"/>
              <a:t>30/03/2026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B67CD8-B4DF-0B82-0203-F6E35C759A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AA6050-3807-D964-B67F-1423DE2A8B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D16E69-737E-4CD6-98AA-418BCED9A92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314110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8932DE8-6789-A1D4-6718-79DC24B157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5B4ADF-4505-E045-D98F-EE1503C3A0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BC5D7E-A986-7549-A356-01372CF59FE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3E11F43-5025-4E96-B1F5-934729B9ECBA}" type="datetimeFigureOut">
              <a:rPr lang="en-AU" smtClean="0"/>
              <a:t>30/03/2026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2644C3-1412-476D-B4FE-776BB541B94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358503-920A-AD8B-6512-4CE9F63FCF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DD16E69-737E-4CD6-98AA-418BCED9A92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597858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D5A1B9-38B5-0377-4530-569720C4546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NDIS Cost Growth, Policy Options &amp; Fiscal Risk</a:t>
            </a:r>
            <a:endParaRPr lang="en-AU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17A60A6-53B2-7253-2D15-3CE55AE2AC8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How do participant growth, average plan costs, and policy levers affect the long-term fiscal sustainability of the NDIS under alternative scenarios?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9894869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DD76A9-B7A2-74B2-40D9-662C0FC617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Must Show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189B30-CBCE-B593-67CB-6B56A4738C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Long-term projections</a:t>
            </a:r>
          </a:p>
          <a:p>
            <a:r>
              <a:rPr lang="en-US" dirty="0"/>
              <a:t>Cost drivers &amp; decomposition</a:t>
            </a:r>
          </a:p>
          <a:p>
            <a:r>
              <a:rPr lang="en-US" dirty="0"/>
              <a:t>Scenario &amp; risk analysis</a:t>
            </a:r>
          </a:p>
          <a:p>
            <a:r>
              <a:rPr lang="en-US" dirty="0"/>
              <a:t>Policy advice framing</a:t>
            </a:r>
          </a:p>
          <a:p>
            <a:r>
              <a:rPr lang="en-US" dirty="0"/>
              <a:t>Awareness of data limitations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281325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4F1D93-A527-3E61-7AF5-76A1A3581B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658132-4A06-8651-5D12-EB26FCBC3E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NDIS quarterly reports (participants, plan costs)</a:t>
            </a:r>
          </a:p>
          <a:p>
            <a:r>
              <a:rPr lang="en-US" dirty="0"/>
              <a:t>NDIA annual reports</a:t>
            </a:r>
          </a:p>
          <a:p>
            <a:r>
              <a:rPr lang="en-US" dirty="0"/>
              <a:t>ABS population projections</a:t>
            </a:r>
          </a:p>
          <a:p>
            <a:r>
              <a:rPr lang="en-US" dirty="0"/>
              <a:t>Commonwealth Budget papers (NDIS expenditure totals)</a:t>
            </a:r>
          </a:p>
          <a:p>
            <a:pPr marL="0" indent="0">
              <a:buNone/>
            </a:pPr>
            <a:r>
              <a:rPr lang="en-US" dirty="0"/>
              <a:t>Optional:</a:t>
            </a:r>
          </a:p>
          <a:p>
            <a:r>
              <a:rPr lang="en-US" dirty="0"/>
              <a:t>AIHW disability prevalence</a:t>
            </a:r>
          </a:p>
          <a:p>
            <a:r>
              <a:rPr lang="en-US" dirty="0"/>
              <a:t>Productivity commission NDIS review (for assumptions)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0250703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B45556-3AEF-F619-9BAD-9509F67269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Structure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38D66D2-1317-3D98-A658-1153F673C3F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𝑁𝐷𝐼𝑆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𝐶𝑜𝑠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𝑃𝑎𝑟𝑡𝑖𝑐𝑖𝑝𝑎𝑛𝑡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𝐴𝑣𝑒𝑟𝑎𝑔𝑒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𝑃𝑙𝑎𝑛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𝐶𝑜𝑠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AU" dirty="0"/>
              </a:p>
              <a:p>
                <a:r>
                  <a:rPr lang="en-AU" dirty="0"/>
                  <a:t>Participants: Age band cohorts, entry vs continuing. Project using entry rates, exit rates (mortality, ageing out), population growth.</a:t>
                </a:r>
              </a:p>
              <a:p>
                <a:r>
                  <a:rPr lang="en-AU" dirty="0"/>
                  <a:t>Average Plan Cost: Trend growth (real + CPI), mix effects (severity/complexity), policy constraints (price caps, support changes).</a:t>
                </a:r>
              </a:p>
              <a:p>
                <a:pPr marL="0" indent="0">
                  <a:buNone/>
                </a:pPr>
                <a:endParaRPr lang="en-AU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38D66D2-1317-3D98-A658-1153F673C3F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r="-5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391684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41E779-FC81-65B0-28C7-2B93F26FA3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Scenarios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8DAC3F-A768-F66D-97B7-3EFC2F4B61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Status Quo: Current growth rates continue. No major policy changes.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Moderate Reform: Slow growth in average plan costs, tighter eligibility or reassessment.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High-Pressure: Higher entry rates, greater service utilization.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Adverse: Economic downturn + higher demand, failure to slow cost growth.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7757357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398FA6-E1BD-EB92-4DB4-57DAA9C018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Risk/Uncertainty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9370D8-F7A4-4B82-6D1C-8581CD907C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Do one of:</a:t>
            </a:r>
          </a:p>
          <a:p>
            <a:r>
              <a:rPr lang="en-US" dirty="0"/>
              <a:t>Monte-Carlo.</a:t>
            </a:r>
          </a:p>
          <a:p>
            <a:r>
              <a:rPr lang="en-US" dirty="0"/>
              <a:t>Sensitivity tornado chart</a:t>
            </a:r>
          </a:p>
          <a:p>
            <a:r>
              <a:rPr lang="en-US" dirty="0"/>
              <a:t>Long-term cost distributions.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Which assumptions drive most risk? Controllable variables?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5618441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D12411-791C-3017-0047-4226AEC4F9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Framing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DCF205-5530-055C-9966-133900E4C1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Convert findings into  things like:</a:t>
            </a:r>
          </a:p>
          <a:p>
            <a:pPr lvl="1"/>
            <a:r>
              <a:rPr lang="en-US" dirty="0"/>
              <a:t>Annual expenditure</a:t>
            </a:r>
          </a:p>
          <a:p>
            <a:pPr lvl="1"/>
            <a:r>
              <a:rPr lang="en-US" dirty="0"/>
              <a:t>Cumulative 10-20 year costs</a:t>
            </a:r>
          </a:p>
          <a:p>
            <a:pPr lvl="1"/>
            <a:r>
              <a:rPr lang="en-US" dirty="0"/>
              <a:t>Cost as % of GDP or spending</a:t>
            </a:r>
          </a:p>
          <a:p>
            <a:pPr lvl="1"/>
            <a:endParaRPr lang="en-US" dirty="0"/>
          </a:p>
          <a:p>
            <a:pPr lvl="1"/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9410263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253</Words>
  <Application>Microsoft Office PowerPoint</Application>
  <PresentationFormat>Widescreen</PresentationFormat>
  <Paragraphs>37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Aptos</vt:lpstr>
      <vt:lpstr>Aptos Display</vt:lpstr>
      <vt:lpstr>Arial</vt:lpstr>
      <vt:lpstr>Cambria Math</vt:lpstr>
      <vt:lpstr>Office Theme</vt:lpstr>
      <vt:lpstr>NDIS Cost Growth, Policy Options &amp; Fiscal Risk</vt:lpstr>
      <vt:lpstr>Must Show</vt:lpstr>
      <vt:lpstr>Data</vt:lpstr>
      <vt:lpstr>Model Structure</vt:lpstr>
      <vt:lpstr>Scenarios</vt:lpstr>
      <vt:lpstr>Risk/Uncertainty</vt:lpstr>
      <vt:lpstr>Framing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Jack Galea</dc:creator>
  <cp:lastModifiedBy>Jack Galea</cp:lastModifiedBy>
  <cp:revision>1</cp:revision>
  <dcterms:created xsi:type="dcterms:W3CDTF">2026-03-30T02:57:40Z</dcterms:created>
  <dcterms:modified xsi:type="dcterms:W3CDTF">2026-03-30T03:07:50Z</dcterms:modified>
</cp:coreProperties>
</file>